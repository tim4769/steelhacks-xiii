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0" r:id="rId3"/>
    <p:sldId id="258" r:id="rId4"/>
    <p:sldId id="261" r:id="rId5"/>
    <p:sldId id="262" r:id="rId6"/>
    <p:sldId id="264" r:id="rId7"/>
    <p:sldId id="265" r:id="rId8"/>
    <p:sldId id="269" r:id="rId9"/>
    <p:sldId id="266" r:id="rId10"/>
    <p:sldId id="267" r:id="rId11"/>
    <p:sldId id="26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5"/>
  </p:normalViewPr>
  <p:slideViewPr>
    <p:cSldViewPr snapToGrid="0">
      <p:cViewPr varScale="1">
        <p:scale>
          <a:sx n="113" d="100"/>
          <a:sy n="113" d="100"/>
        </p:scale>
        <p:origin x="7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0E7D-D30C-9EB0-9044-8C310E710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1F06B-0684-C360-44DB-D29813CC5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50EAD-2B39-3772-ED94-0595A550A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98BE-FF4D-1845-A8C1-1ECE5C3B57F0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B1C4E-86B2-86AC-B9D0-1DAC4FDC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D5A70-590A-09DB-6E0C-8C54C8EA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644D-8274-C54B-ADD8-004B1959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8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D91D-315D-DEA9-62B1-404702898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CEA99-24F7-9682-5C6E-0D953216D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9C5FB-D186-ECA1-43EE-EBF91ADD7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98BE-FF4D-1845-A8C1-1ECE5C3B57F0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8D657-E541-F8AB-D9B4-58B092C2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7A608-5860-C561-3422-B2E90859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644D-8274-C54B-ADD8-004B1959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08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205B-679A-5FE7-B905-78F194AE0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FED32-BCB6-4E57-C474-7135737E5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09090-90F0-B895-0910-46557700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98BE-FF4D-1845-A8C1-1ECE5C3B57F0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D6A13-B936-E066-3E0B-4411A86D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19D8-2C75-1914-4132-23E105B85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644D-8274-C54B-ADD8-004B1959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4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588EF-EBA1-F46D-46F5-E2CE08A03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09E7C-C7C7-79A2-6078-059954970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16216-262D-1FEC-5AE0-F0EA5A144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7493D-46CA-1F59-ECAB-59699758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98BE-FF4D-1845-A8C1-1ECE5C3B57F0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038F5-BD30-4C32-C0E1-1DDA1CDB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FBC7E-DCD3-F920-06B1-E8A523F0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644D-8274-C54B-ADD8-004B1959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9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99300-C453-94C4-7DB9-2FBDF0497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E098A-FC1E-AAAA-8046-5E618DCFC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05CFB-A512-4178-35B4-70A261D0E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1BFFA3-42EF-39EB-59B5-789B6E134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BE37C-54BF-89D8-1E8A-F44A4E0C1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8510E-87DE-4ECA-87FF-A18C978B7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98BE-FF4D-1845-A8C1-1ECE5C3B57F0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14949C-60B1-2ACF-3A29-F7090035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F311D6-4C5C-78E9-8577-4B5BFFAB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644D-8274-C54B-ADD8-004B1959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3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4851-9410-2A52-7F8F-57D5D7C4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093C3-2FFE-4F97-E1AD-9BBD294FF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98BE-FF4D-1845-A8C1-1ECE5C3B57F0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8F837-0E72-D6F3-C36D-7418DECB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6D0C9-269E-79A6-6D88-D46235B67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644D-8274-C54B-ADD8-004B1959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47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999BFE-B8F5-16F2-35B6-B3E462A1F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98BE-FF4D-1845-A8C1-1ECE5C3B57F0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52809-1678-06CB-7DD7-72FA3067F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2CA1C-C6AC-99AB-1F4C-BF7D9072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644D-8274-C54B-ADD8-004B1959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02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E914E-B5B1-BB9A-9DF9-D9718EB78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F0EF1-CCD7-C68D-80FB-164818E32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75C4D-5662-5842-52DB-20E5F4841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FE574-8C88-BD1D-45DB-D69D27D4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98BE-FF4D-1845-A8C1-1ECE5C3B57F0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BD43A-73BB-41F4-CBBB-69846C3D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43FFF-97E8-2377-4620-57980C56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644D-8274-C54B-ADD8-004B1959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6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DF5D-832E-6C2E-C8B2-3F8ACFD3F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275F18-4E10-5956-3571-A5F0F87D04A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A5F92-9C34-0F68-0782-D5306420F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470DF-BE59-EB1A-25B9-36ACA9A25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98BE-FF4D-1845-A8C1-1ECE5C3B57F0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69F6A-95EA-9B6A-8C8C-CACC1A36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332B2-9151-DFAC-B801-71DD7E66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644D-8274-C54B-ADD8-004B1959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BB020-FAE2-CBEC-0860-E1A4F6787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B1B93-DAA9-F2F4-ACC0-CED0F7575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22FCD-4328-7B09-CC5D-3ED34DE71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98BE-FF4D-1845-A8C1-1ECE5C3B57F0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D8CF4-43B6-A67E-CD76-E13B77D4E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9C231-4BFE-EDE3-2D61-1C1D8F5B6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644D-8274-C54B-ADD8-004B1959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10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22B089-C11C-F53D-4CAA-79D8B9FA4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BE8FF-C9DE-C095-62D7-4A813B459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05297-B67C-ACFD-D67D-4FABB3761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98BE-FF4D-1845-A8C1-1ECE5C3B57F0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3148F-451C-DDF0-ED82-5A57A9049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E9307-C990-9552-9B80-17438E0D9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2644D-8274-C54B-ADD8-004B1959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6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A9A9E-627E-2FD7-430F-910D359C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9F0BE-937E-5D3C-916B-750789EEA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D5318-C83F-A7D7-BD19-F3C00D154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798BE-FF4D-1845-A8C1-1ECE5C3B57F0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00304-0008-8C6B-13E0-7CD9C88BF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D762B-599A-3E96-34A1-3A63CC52F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82644D-8274-C54B-ADD8-004B1959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0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079D-F735-FD03-B9EB-C407E7DE7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22" y="501473"/>
            <a:ext cx="11150599" cy="5855053"/>
          </a:xfrm>
        </p:spPr>
        <p:txBody>
          <a:bodyPr>
            <a:normAutofit/>
          </a:bodyPr>
          <a:lstStyle/>
          <a:p>
            <a:pPr algn="ctr"/>
            <a:r>
              <a:rPr lang="en-US" sz="9600" dirty="0"/>
              <a:t>Imagine this situation</a:t>
            </a:r>
            <a:br>
              <a:rPr lang="en-US" sz="9600" dirty="0"/>
            </a:br>
            <a:r>
              <a:rPr lang="en-US" sz="9600" dirty="0"/>
              <a:t>(based on a true story)</a:t>
            </a:r>
          </a:p>
        </p:txBody>
      </p:sp>
    </p:spTree>
    <p:extLst>
      <p:ext uri="{BB962C8B-B14F-4D97-AF65-F5344CB8AC3E}">
        <p14:creationId xmlns:p14="http://schemas.microsoft.com/office/powerpoint/2010/main" val="856272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DF58D4-D1B8-4702-EDCC-C345883B72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54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32A8DA-03CB-FD79-A92D-BB4007E23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97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B3C8A-76B2-E382-F637-24FA23B7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1" b="980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21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E92C67-4996-4E5D-165E-C52D50AF8E9B}"/>
              </a:ext>
            </a:extLst>
          </p:cNvPr>
          <p:cNvSpPr/>
          <p:nvPr/>
        </p:nvSpPr>
        <p:spPr>
          <a:xfrm>
            <a:off x="-101601" y="-90312"/>
            <a:ext cx="13140267" cy="856826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92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91359-9941-0A7A-4779-572F0092A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/>
              <a:t>Neal was charged with the murder of Donald Collins</a:t>
            </a:r>
          </a:p>
          <a:p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3501914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265A-0695-71E0-C1AA-A453FE24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0CB3AF-D8A5-9056-0FCD-7D1FB2A5F46B}"/>
              </a:ext>
            </a:extLst>
          </p:cNvPr>
          <p:cNvSpPr/>
          <p:nvPr/>
        </p:nvSpPr>
        <p:spPr>
          <a:xfrm>
            <a:off x="-101601" y="-90312"/>
            <a:ext cx="13140267" cy="856826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44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47BA-AB61-6372-DA44-4581BE902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27E26-ED15-C60C-E84A-A57F1BF50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Flag potential rights violations while intervention is still possible.</a:t>
            </a:r>
          </a:p>
        </p:txBody>
      </p:sp>
    </p:spTree>
    <p:extLst>
      <p:ext uri="{BB962C8B-B14F-4D97-AF65-F5344CB8AC3E}">
        <p14:creationId xmlns:p14="http://schemas.microsoft.com/office/powerpoint/2010/main" val="481128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7168-6AEE-7A0E-8E1B-74BA035D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C2617-F0FE-98CB-21C0-F8C313F4D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225"/>
            <a:ext cx="4140200" cy="793397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ElevenLabs</a:t>
            </a:r>
            <a:r>
              <a:rPr lang="en-US" dirty="0"/>
              <a:t> Scribe v2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616002-3DFA-73E5-38A2-B0FCC15C16ED}"/>
              </a:ext>
            </a:extLst>
          </p:cNvPr>
          <p:cNvSpPr txBox="1">
            <a:spLocks/>
          </p:cNvSpPr>
          <p:nvPr/>
        </p:nvSpPr>
        <p:spPr>
          <a:xfrm>
            <a:off x="6736645" y="1927225"/>
            <a:ext cx="4140200" cy="793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Eleven Flash v2.5</a:t>
            </a:r>
          </a:p>
        </p:txBody>
      </p:sp>
      <p:pic>
        <p:nvPicPr>
          <p:cNvPr id="5" name="Picture 4" descr="ElevenLabs logo">
            <a:extLst>
              <a:ext uri="{FF2B5EF4-FFF2-40B4-BE49-F238E27FC236}">
                <a16:creationId xmlns:a16="http://schemas.microsoft.com/office/drawing/2014/main" id="{C3CA4C16-4EC1-F80A-27DB-F3F25BFC7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16524"/>
            <a:ext cx="7772400" cy="437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43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E9A5C-4603-306D-6651-2E7D87E8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4E56C-AE9C-01F9-4C58-24A2D1DEE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133570"/>
            <a:ext cx="10515600" cy="1325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NVIDIA </a:t>
            </a:r>
            <a:r>
              <a:rPr lang="en-US" sz="4000" dirty="0" err="1"/>
              <a:t>Nemotron</a:t>
            </a:r>
            <a:r>
              <a:rPr lang="en-US" sz="4000" dirty="0"/>
              <a:t> 3.5 Lightning</a:t>
            </a:r>
          </a:p>
        </p:txBody>
      </p:sp>
      <p:pic>
        <p:nvPicPr>
          <p:cNvPr id="4" name="Picture 3" descr="NVIDIA Logo">
            <a:extLst>
              <a:ext uri="{FF2B5EF4-FFF2-40B4-BE49-F238E27FC236}">
                <a16:creationId xmlns:a16="http://schemas.microsoft.com/office/drawing/2014/main" id="{9E71A441-F5EA-2934-68ED-C7B1C846D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335" y="1027906"/>
            <a:ext cx="5167329" cy="34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91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7F3D-16AD-2B66-A4BC-94AD5F98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56853-72D5-F1EB-927D-BD4F1F83A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59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A55F9-122A-0515-018C-13F64203F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4911"/>
            <a:ext cx="10515600" cy="1603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5400" dirty="0"/>
              <a:t>“Lastly, we note that at any retrial, neither of defendant's two confessions will be admissible. Because each was </a:t>
            </a:r>
            <a:r>
              <a:rPr lang="en-US" sz="5400" b="1" dirty="0"/>
              <a:t>involuntary</a:t>
            </a:r>
            <a:r>
              <a:rPr lang="en-US" sz="5400" dirty="0"/>
              <a:t>, each is inadmissible for any purpose.”</a:t>
            </a:r>
          </a:p>
        </p:txBody>
      </p:sp>
    </p:spTree>
    <p:extLst>
      <p:ext uri="{BB962C8B-B14F-4D97-AF65-F5344CB8AC3E}">
        <p14:creationId xmlns:p14="http://schemas.microsoft.com/office/powerpoint/2010/main" val="1349848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75</Words>
  <Application>Microsoft Macintosh PowerPoint</Application>
  <PresentationFormat>Widescreen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Imagine this situation (based on a true story)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Purpose</vt:lpstr>
      <vt:lpstr>Voice</vt:lpstr>
      <vt:lpstr>Reasoning</vt:lpstr>
      <vt:lpstr>Integration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Wang</dc:creator>
  <cp:lastModifiedBy>Tim Wang</cp:lastModifiedBy>
  <cp:revision>4</cp:revision>
  <dcterms:created xsi:type="dcterms:W3CDTF">2026-09-19T18:47:43Z</dcterms:created>
  <dcterms:modified xsi:type="dcterms:W3CDTF">2026-09-19T20:39:06Z</dcterms:modified>
</cp:coreProperties>
</file>